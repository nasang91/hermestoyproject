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PRACTICAL PLAYBOOK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Hermes가 Codex를 호출하는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실전 워크플로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Hermes는 분석·오케스트레이션·검증·리포트를 맡고, Codex는 구현과 수정에 집중하는 운영 패턴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097280"/>
            <a:ext cx="4069080" cy="4389120"/>
          </a:xfrm>
          <a:prstGeom prst="roundRect">
            <a:avLst>
              <a:gd name="adj" fmla="val 1798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4173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435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Hermes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12680" y="141732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12680" y="14356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3524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Orchestrator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12680" y="1874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Coding Agent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59952" y="1874520"/>
            <a:ext cx="914400" cy="41148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246888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25603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이슈 분석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297180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30632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작업 분해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347472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356616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프롬프트 생성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35240" y="397764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4112" y="406908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결과 검증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35240" y="4480560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45720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리포트 작성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46920" y="24688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65792" y="256032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코드 작성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646920" y="297180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5792" y="306324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테스트 수정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46920" y="34747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65792" y="356616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리팩터링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646920" y="397764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65792" y="406908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반복 구현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46920" y="44805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65792" y="457200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patch 생성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" y="5989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5E1"/>
                </a:solidFill>
              </a:rPr>
              <a:t>추천 원칙: Hermes가 먼저 생각하고, Codex는 명확히 정의된 범위 안에서 구현한다.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왜 이 조합이 잘 맞는가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분석과 구현을 분리하면 품질, 속도, 검증성이 동시에 좋아진다.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43400" y="12344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2344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8132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996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Hermes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48132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49961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148132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4996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Hermes가 잘하는 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267712"/>
            <a:ext cx="27432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repo/로그/테스트 스캔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이슈 재현 및 원인 가설 수립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수정 범위와 제약 정의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Codex용 실행 프롬프트 생성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결과 검증 및 리포트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F46"/>
                </a:solidFill>
              </a:rPr>
              <a:t>Codex가 잘하는 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267712"/>
            <a:ext cx="27432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</a:rPr>
              <a:t>여러 파일 코드 수정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</a:rPr>
              <a:t>테스트 추가/수정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</a:rPr>
              <a:t>리팩터링과 반복 작업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</a:rPr>
              <a:t>명시된 완료 조건 만족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64E3B"/>
                </a:solidFill>
              </a:rPr>
              <a:t>패치/커밋 초안 생성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3412"/>
                </a:solidFill>
              </a:rPr>
              <a:t>얻는 효과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267712"/>
            <a:ext cx="274320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7C2D12"/>
                </a:solidFill>
              </a:rPr>
              <a:t>막연한 구현 요청 감소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7C2D12"/>
                </a:solidFill>
              </a:rPr>
              <a:t>과수정(over-change) 리스크 감소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7C2D12"/>
                </a:solidFill>
              </a:rPr>
              <a:t>검증 루프 자동화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7C2D12"/>
                </a:solidFill>
              </a:rPr>
              <a:t>결과 리포트까지 일관화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7C2D12"/>
                </a:solidFill>
              </a:rPr>
              <a:t>병렬 worktree 운영 가능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권장 역할 분담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핵심은 “무엇을 해야 하는가”와 “어떻게 코드로 바꿀 것인가”를 분리하는 것이다.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Hermes 책임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389120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harness 설계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실패 로그 분석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이슈 triage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수정 전략 결정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작업 단위 분해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테스트/리스크 검증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최종 요약 리포트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Codex 책임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389120" cy="3108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구현 코드 작성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테스트 수정/추가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기계적 리팩터링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여러 파일 patch 생성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명시된 범위 내 작업 수행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결과 요약 반환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91840" y="5897880"/>
            <a:ext cx="5577840" cy="41148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6016752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원칙: Hermes가 먼저 분석하고 Codex는 구현한다. 마감은 다시 Hermes가 한다.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실전 워크플로: End-to-End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이슈 분석 → Codex 호출 → 검증 → 리포트까지 한 흐름으로 운영한다.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15184" y="2743200"/>
            <a:ext cx="256032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1. Discover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257860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Hermes가 repo, 로그, 실패 테스트, 관련 파일을 스캔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71800" y="192024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55464" y="2743200"/>
            <a:ext cx="256032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8104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2. Diagnose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18104" y="257860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원인 가설과 수정 전략을 정리하고 범위를 제한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0" y="192024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95744" y="2743200"/>
            <a:ext cx="256032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3. Dispatch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58384" y="257860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Hermes가 Codex CLI에 구체 프롬프트로 구현 지시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192024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36024" y="2743200"/>
            <a:ext cx="256032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98664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4. Validate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98664" y="257860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Hermes가 diff 리뷰, 테스트 재실행, 회귀 확인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92640" y="1920240"/>
            <a:ext cx="1874520" cy="246888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76304" y="2743200"/>
            <a:ext cx="256032" cy="384048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38944" y="21488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5. Report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38944" y="2578608"/>
            <a:ext cx="15727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변경 파일, 원인, 결과, 리스크를 요약 보고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97280" y="4983480"/>
            <a:ext cx="9875520" cy="594360"/>
          </a:xfrm>
          <a:prstGeom prst="roundRect">
            <a:avLst>
              <a:gd name="adj" fmla="val 12308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5184648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</a:rPr>
              <a:t>중요: Codex 결과를 그대로 종료하지 말고, Hermes가 테스트와 리스크 확인까지 완료해야 운영 품질이 올라간다.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Hermes가 Codex를 호출하는 기본 패턴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Hermes는 Codex에 “문제 정의 + 범위 + 제약 + 완료 조건”을 함께 넘긴다.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3258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Hermes가 먼저 준비할 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38912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문제 설명 1~3줄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수정 대상 경로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건드리면 안 되는 것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테스트 기준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기대 출력 형식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Codex CLI 예시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66344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codex exec --full-auto "Fix the session refresh bug.\n\nContext:\n- Suspected area: src/auth/session_manager.py\n- Preserve backward compatibility\n- Update tests under tests/auth\n\nDone criteria:\n- Existing auth tests pass\n- New regression test added\n- Return changed files summary"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484632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5029200"/>
            <a:ext cx="4297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포인트: 프롬프트가 구체적일수록 Codex의 수정 폭이 안정된다.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운영 시나리오 ① 이슈 해결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가장 범용적인 패턴: 실패 분석 후 Codex에 수정만 맡기고, Hermes가 다시 검증한다.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83080"/>
            <a:ext cx="1280160" cy="420624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9110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Hermes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186537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</a:rPr>
              <a:t>실패 테스트/로그/stack trace 수집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 rot="5400000">
            <a:off x="10515600" y="1810512"/>
            <a:ext cx="548640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532888"/>
            <a:ext cx="1280160" cy="420624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66090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Hermes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61518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</a:rPr>
              <a:t>root cause 가설과 수정 범위 정리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 rot="5400000">
            <a:off x="10515600" y="2560320"/>
            <a:ext cx="548640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82696"/>
            <a:ext cx="1280160" cy="420624"/>
          </a:xfrm>
          <a:prstGeom prst="roundRect">
            <a:avLst>
              <a:gd name="adj" fmla="val 17391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41071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336499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</a:rPr>
              <a:t>관련 파일 수정 + 테스트 추가/수정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 rot="5400000">
            <a:off x="10515600" y="3310128"/>
            <a:ext cx="548640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032504"/>
            <a:ext cx="1280160" cy="420624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16052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Hermes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4114800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</a:rPr>
              <a:t>diff 리뷰 + 테스트 재실행 + 리스크 체크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 rot="5400000">
            <a:off x="10515600" y="4059936"/>
            <a:ext cx="548640" cy="34747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782312"/>
            <a:ext cx="1280160" cy="420624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91032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Hermes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486460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0F172A"/>
                </a:solidFill>
              </a:rPr>
              <a:t>최종 결과/영향 범위 리포트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운영 시나리오 ② Harness 구축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Harness는 Hermes가 설계하고, Codex가 파일을 구현하는 구조가 효율적이다.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1417320"/>
            <a:ext cx="3154680" cy="4480560"/>
          </a:xfrm>
          <a:prstGeom prst="roundRect">
            <a:avLst>
              <a:gd name="adj" fmla="val 2319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4173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Hermes 설계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92608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</a:rPr>
              <a:t>목표/입출력 정의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</a:rPr>
              <a:t>폴더 구조 설계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</a:rPr>
              <a:t>실행 순서 설계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</a:rPr>
              <a:t>수집 포맷 규정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F172A"/>
                </a:solidFill>
              </a:rPr>
              <a:t>README 초안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Codex 구현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2148840"/>
            <a:ext cx="237744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스크립트 작성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설정 파일 생성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샘플 테스트 작성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반복 수정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9244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</a:rPr>
              <a:t>Hermes 검증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01000" y="2148840"/>
            <a:ext cx="274320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C2D12"/>
                </a:solidFill>
              </a:rPr>
              <a:t>실행 결과 확인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C2D12"/>
                </a:solidFill>
              </a:rPr>
              <a:t>문서 정리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C2D12"/>
                </a:solidFill>
              </a:rPr>
              <a:t>리포트 템플릿 작성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C2D12"/>
                </a:solidFill>
              </a:rPr>
              <a:t>남은 리스크 기록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운영 시나리오 ③ Worktree 병렬 처리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큰 작업은 브랜치/워크트리를 분리해 Codex를 병렬 운용하고 Hermes가 상위에서 조정한다.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148840" cy="3931920"/>
          </a:xfrm>
          <a:prstGeom prst="roundRect">
            <a:avLst>
              <a:gd name="adj" fmla="val 340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Hermes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Coordinator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78992" y="315468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3236976"/>
            <a:ext cx="14447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issue triage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8992" y="3584448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666744"/>
            <a:ext cx="14447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작업 분해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8992" y="4014216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4096512"/>
            <a:ext cx="14447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검증/통합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8992" y="4443984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4526280"/>
            <a:ext cx="14447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최종 리포트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1828800"/>
            <a:ext cx="2148840" cy="3474720"/>
          </a:xfrm>
          <a:prstGeom prst="roundRect">
            <a:avLst>
              <a:gd name="adj" fmla="val 3404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Codex 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feature/login-rework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0" y="37947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92277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isolated worktree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1828800"/>
            <a:ext cx="2148840" cy="3474720"/>
          </a:xfrm>
          <a:prstGeom prst="roundRect">
            <a:avLst>
              <a:gd name="adj" fmla="val 3404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Codex 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fix/session-timeout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29400" y="37947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39128" y="392277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isolated worktree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0" y="1828800"/>
            <a:ext cx="2148840" cy="3474720"/>
          </a:xfrm>
          <a:prstGeom prst="roundRect">
            <a:avLst>
              <a:gd name="adj" fmla="val 3404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</a:rPr>
              <a:t>Codex C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refactor/test-harness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235440" y="37947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392277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4E3B"/>
                </a:solidFill>
              </a:rPr>
              <a:t>isolated worktree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88920" y="2788920"/>
            <a:ext cx="594360" cy="457200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8920" y="3886200"/>
            <a:ext cx="594360" cy="457200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4983480"/>
            <a:ext cx="594360" cy="457200"/>
          </a:xfrm>
          <a:prstGeom prst="chevron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실전 명령 예시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아래는 CLI 기준의 최소 운영 패턴 예시다.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42416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1) Hermes가 이슈 분석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hermes chat -q "Analyze failing auth tests, identify root cause, and produce a Codex-ready fix prompt"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2) Codex가 구현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codex exec --full-auto "Fix the auth refresh bug with backward compatibility and update tests"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3) Hermes가 검증/리포트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hermes chat -q "Review the git diff, rerun tests, summarize risks and changed files"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5440680"/>
            <a:ext cx="1014984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5568696"/>
            <a:ext cx="9784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팁: 긴 작업은 Codex를 background/PTy로 돌리고, Hermes는 별도 세션에서 결과 검증과 보고를 맡긴다.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Codex에 넘길 프롬프트 템플릿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막연한 요청 대신 제약을 명확히 써야 결과가 안정된다.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972800" cy="4937760"/>
          </a:xfrm>
          <a:prstGeom prst="roundRect">
            <a:avLst>
              <a:gd name="adj" fmla="val 148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37360"/>
            <a:ext cx="566928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Task: Fix the session refresh bug.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Users are logged out after token refresh.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Suspected files: src/auth/session_manager.py, tests/auth/*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Constraints: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Preserve backward compatibility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Do not change public API signatures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Add/update regression tests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Limit edits to auth-related files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Done criteria: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Existing auth tests pass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New regression test added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Return changed files and rationale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86600" y="178308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19933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좋은 프롬프트의 특징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269480" y="2423160"/>
            <a:ext cx="306324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</a:rPr>
              <a:t>문제와 범위가 짧고 명확함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</a:rPr>
              <a:t>수정 금지 영역이 있음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</a:rPr>
              <a:t>테스트 기준이 포함됨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</a:rPr>
              <a:t>결과 보고 형식이 지정됨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086600" y="480060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Hermes의 역할은 “잘 시키는 것”이다.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65F46"/>
                </a:solidFill>
              </a:rPr>
              <a:t>Codex의 역할은 “그 범위 안에서 잘 고치는 것”이다.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주의점과 운영 가드레일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좋은 조합이지만, 검증 없이 연결하면 오히려 위험해질 수 있다.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5544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주의할 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48056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F1D1D"/>
                </a:solidFill>
              </a:rPr>
              <a:t>Codex에 범위를 너무 넓게 주지 말 것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F1D1D"/>
                </a:solidFill>
              </a:rPr>
              <a:t>결과를 그대로 신뢰하지 말 것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F1D1D"/>
                </a:solidFill>
              </a:rPr>
              <a:t>같은 repo에서 병렬 수정 시 worktree 분리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7F1D1D"/>
                </a:solidFill>
              </a:rPr>
              <a:t>분석/구현/검증 경계를 섞지 말 것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46520" y="1901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권장 가드레일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480560" cy="274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Hermes가 항상 완료 조건 정의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Codex는 git repo/worktree 단위로 실행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Hermes가 테스트 재실행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064E3B"/>
                </a:solidFill>
              </a:rPr>
              <a:t>Hermes가 결과 리포트로 마감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48640" y="64190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Hermes orchestration + Codex implementation pattern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C5FD"/>
                </a:solidFill>
              </a:rPr>
              <a:t>추천 운영 원칙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Hermes는 분석·조정·검증을 맡고,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Codex는 구현에 집중시켜라.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이 구조는 harness 구성, 이슈 분석, 리포트 자동화에 특히 강하며, worktree를 결합하면 병렬 처리 효율도 높아진다.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26680" y="12344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691640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0" y="181051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Analyze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2258568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66760" y="2377440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Dispatch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825496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944368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Implement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3392424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511296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959352"/>
            <a:ext cx="260604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4078224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C5FD"/>
                </a:solidFill>
              </a:rPr>
              <a:t>Next: 이 deck을 팀 표준 운영 가이드로 확장 가능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Nous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Hermes가 Codex를 호출하는 실전 워크플로</dc:title>
  <dc:subject>Hermes + Codex Practical Workflow</dc:subject>
  <dc:creator>Hermes Agent</dc:creator>
  <cp:lastModifiedBy>Hermes Agent</cp:lastModifiedBy>
  <cp:revision>1</cp:revision>
  <dcterms:created xsi:type="dcterms:W3CDTF">2026-05-24T03:16:32Z</dcterms:created>
  <dcterms:modified xsi:type="dcterms:W3CDTF">2026-05-24T03:16:32Z</dcterms:modified>
</cp:coreProperties>
</file>